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0"/>
            </a:pPr>
            <a:r>
              <a:t>Problem Statement:</a:t>
            </a:r>
            <a:br/>
            <a:r>
              <a:t>High-dimensional datasets introduce redundancy, noise, and computational burdens, limiting efficient learning and interpretation (Gracia et al., 2014).</a:t>
            </a:r>
          </a:p>
          <a:p>
            <a:pPr>
              <a:defRPr sz="1600" b="0"/>
            </a:pPr>
            <a:r>
              <a:t>Research Goal:</a:t>
            </a:r>
            <a:br/>
            <a:r>
              <a:t>To conduct a rigorous comparative study of linear DR techniques (PCA, SVD, LDA, NMF) and nonlinear DR techniques (Isomap, LLE, Laplacian Eigenmaps, t-SNE).</a:t>
            </a:r>
          </a:p>
          <a:p>
            <a:pPr>
              <a:defRPr sz="1600" b="0"/>
            </a:pPr>
            <a:r>
              <a:t>Identified Gap:</a:t>
            </a:r>
            <a:br/>
            <a:r>
              <a:t>Existing studies rely on few metrics, analyze only 2D embeddings, and overlook curve stability filtering—leading to biased evaluations (van der Maaten et al., 2009).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0"/>
            </a:pPr>
            <a:r>
              <a:t>Prior Works:</a:t>
            </a:r>
            <a:br/>
            <a:r>
              <a:t>Studies have used PCA, ICA, NMF, RP, and manifold-learning methods across text retrieval, clustering, and bioinformatics (Vinay et al., 2006; Tang et al., 2007).</a:t>
            </a:r>
          </a:p>
          <a:p>
            <a:pPr>
              <a:defRPr sz="1600" b="0"/>
            </a:pPr>
            <a:r>
              <a:t>Limitations:</a:t>
            </a:r>
            <a:br/>
            <a:r>
              <a:t>Most compare DR techniques using 1–3 metrics, fixed output dimension (usually 2D), and no unstable-curve filtering (Pölzlbauer, 2004).</a:t>
            </a:r>
          </a:p>
          <a:p>
            <a:pPr>
              <a:defRPr sz="1600" b="0"/>
            </a:pPr>
            <a:r>
              <a:t>Key Paper Reviewed:</a:t>
            </a:r>
            <a:br/>
            <a:r>
              <a:t>Gracia et al. (2014) proposed a methodology using 11 quality metrics, full-dimensional analysis, and stability-based curve filtering to measure loss of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0"/>
            </a:pPr>
            <a:r>
              <a:t>Approach:</a:t>
            </a:r>
            <a:br/>
            <a:r>
              <a:t>Linear and nonlinear DR algorithms are evaluated separately using adapted methodology from Gracia et al. (2014).</a:t>
            </a:r>
          </a:p>
          <a:p>
            <a:pPr>
              <a:defRPr sz="1600" b="0"/>
            </a:pPr>
            <a:r>
              <a:t>Steps:</a:t>
            </a:r>
            <a:br/>
            <a:r>
              <a:t>1. Algorithm categorization.</a:t>
            </a:r>
            <a:br/>
            <a:r>
              <a:t>2. Mathematical and linear algebraic analysis.</a:t>
            </a:r>
            <a:br/>
            <a:r>
              <a:t>3. Dataset preprocessing.</a:t>
            </a:r>
            <a:br/>
            <a:r>
              <a:t>4. Metric computation (subset of 11 metrics per feasibility).</a:t>
            </a:r>
            <a:br/>
            <a:r>
              <a:t>5. Quality Loss Quantifier Curves (QLQC).</a:t>
            </a:r>
            <a:br/>
            <a:r>
              <a:t>6. Stability filtering to remove noisy metrics.</a:t>
            </a:r>
            <a:br/>
            <a:r>
              <a:t>7. Comparative evaluation.</a:t>
            </a:r>
          </a:p>
          <a:p>
            <a:pPr>
              <a:defRPr sz="1600" b="0"/>
            </a:pPr>
            <a:r>
              <a:t>Expected Outcomes:</a:t>
            </a:r>
            <a:br/>
            <a:r>
              <a:t>Identification of best-performing DR method, optimal dimensionality, and insights into metric–algorithm relationships (Meng et al., 2011).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